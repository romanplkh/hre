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15C5237-4283-4B0B-BB69-12EE13D54F41}">
          <p14:sldIdLst>
            <p14:sldId id="256"/>
            <p14:sldId id="257"/>
            <p14:sldId id="258"/>
            <p14:sldId id="260"/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5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12/5/2019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12/5/2019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12/5/2019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12/5/2019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12/5/2019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12/5/2019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17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D0BE3D13-5BE5-4B05-AFCF-2A2E059D2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AC85C80-0175-4214-A13D-03C224658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124" y="487443"/>
            <a:ext cx="5841548" cy="584154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15ADB788-8569-409E-862D-665AD53C9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12">
            <a:extLst>
              <a:ext uri="{FF2B5EF4-FFF2-40B4-BE49-F238E27FC236}">
                <a16:creationId xmlns:a16="http://schemas.microsoft.com/office/drawing/2014/main" id="{76562092-3AA7-4EF0-9007-C44F879A1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rgbClr val="3147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32A0FC-3B0E-4DD1-9C3E-9C8C8CA6D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712" y="2388951"/>
            <a:ext cx="849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sz="2400" dirty="0">
              <a:solidFill>
                <a:srgbClr val="1F2D29"/>
              </a:solidFill>
              <a:latin typeface="MS Shell Dlg 2" panose="020B060403050404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65B76CC-82EB-4E80-893D-D8D6181624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7851" y="1962890"/>
            <a:ext cx="4415852" cy="226290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12EF70E-FDA6-490B-A438-5448144A02A4}"/>
              </a:ext>
            </a:extLst>
          </p:cNvPr>
          <p:cNvSpPr txBox="1"/>
          <p:nvPr/>
        </p:nvSpPr>
        <p:spPr>
          <a:xfrm>
            <a:off x="7847516" y="5496288"/>
            <a:ext cx="39455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 err="1"/>
              <a:t>Olena</a:t>
            </a:r>
            <a:r>
              <a:rPr lang="en-CA" sz="3200" b="1" dirty="0"/>
              <a:t> Stepanova</a:t>
            </a:r>
          </a:p>
          <a:p>
            <a:r>
              <a:rPr lang="en-CA" sz="3200" b="1" dirty="0"/>
              <a:t>Roman Pelikh</a:t>
            </a:r>
          </a:p>
        </p:txBody>
      </p:sp>
    </p:spTree>
    <p:extLst>
      <p:ext uri="{BB962C8B-B14F-4D97-AF65-F5344CB8AC3E}">
        <p14:creationId xmlns:p14="http://schemas.microsoft.com/office/powerpoint/2010/main" val="6052984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722F0272-3878-4604-AA91-01CA8F08D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F60EAEC-22E3-4448-8F0A-9ADAA793A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355E0F90-3FFF-4E04-B3C8-3C969A415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C63A4EF-A033-4ED0-9EB6-6E1A8D264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64965EE-80F2-417F-9652-5BFF14DA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A3C9611-CFD7-4C23-A8F2-00E7865A5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1E1850B-81EE-4905-9A6F-BDF593EC7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A250539-5364-4CFC-82C6-D791BC0C8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C5B7CA-FEDA-4AAB-A8A0-10627CC69C83}"/>
              </a:ext>
            </a:extLst>
          </p:cNvPr>
          <p:cNvSpPr txBox="1"/>
          <p:nvPr/>
        </p:nvSpPr>
        <p:spPr>
          <a:xfrm>
            <a:off x="2831794" y="466286"/>
            <a:ext cx="63680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chemeClr val="bg1"/>
                </a:solidFill>
              </a:rPr>
              <a:t>MAIN FEATURES</a:t>
            </a:r>
          </a:p>
        </p:txBody>
      </p:sp>
      <p:pic>
        <p:nvPicPr>
          <p:cNvPr id="11" name="Graphic 10" descr="User">
            <a:extLst>
              <a:ext uri="{FF2B5EF4-FFF2-40B4-BE49-F238E27FC236}">
                <a16:creationId xmlns:a16="http://schemas.microsoft.com/office/drawing/2014/main" id="{C3FDC903-69F8-4FBB-BD34-9C4E465145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0061" y="1911426"/>
            <a:ext cx="1310089" cy="13100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A6A5E1D-58B8-4352-8AF9-57E2C7235C61}"/>
              </a:ext>
            </a:extLst>
          </p:cNvPr>
          <p:cNvSpPr txBox="1"/>
          <p:nvPr/>
        </p:nvSpPr>
        <p:spPr>
          <a:xfrm>
            <a:off x="3290907" y="1966307"/>
            <a:ext cx="7161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solidFill>
                  <a:schemeClr val="bg1"/>
                </a:solidFill>
              </a:rPr>
              <a:t>Manage Customers and Employees records</a:t>
            </a:r>
          </a:p>
        </p:txBody>
      </p:sp>
      <p:pic>
        <p:nvPicPr>
          <p:cNvPr id="19" name="Graphic 18" descr="Suburban scene">
            <a:extLst>
              <a:ext uri="{FF2B5EF4-FFF2-40B4-BE49-F238E27FC236}">
                <a16:creationId xmlns:a16="http://schemas.microsoft.com/office/drawing/2014/main" id="{9145F259-5B0F-4BD6-AA62-BDCD5BE785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15263" y="3444329"/>
            <a:ext cx="1134888" cy="1134888"/>
          </a:xfrm>
          <a:prstGeom prst="rect">
            <a:avLst/>
          </a:prstGeom>
        </p:spPr>
      </p:pic>
      <p:pic>
        <p:nvPicPr>
          <p:cNvPr id="23" name="Graphic 22" descr="Checklist">
            <a:extLst>
              <a:ext uri="{FF2B5EF4-FFF2-40B4-BE49-F238E27FC236}">
                <a16:creationId xmlns:a16="http://schemas.microsoft.com/office/drawing/2014/main" id="{9EC5BE0D-2047-42FD-A724-B1541CB61B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88310" y="4810061"/>
            <a:ext cx="1176343" cy="117634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4123CAA1-E218-40BE-A6E1-D638C581D0EA}"/>
              </a:ext>
            </a:extLst>
          </p:cNvPr>
          <p:cNvSpPr txBox="1"/>
          <p:nvPr/>
        </p:nvSpPr>
        <p:spPr>
          <a:xfrm>
            <a:off x="3290907" y="3731051"/>
            <a:ext cx="7161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solidFill>
                  <a:schemeClr val="bg1"/>
                </a:solidFill>
              </a:rPr>
              <a:t>Manage Properties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D88CE02-48F5-4859-9444-C7D289801219}"/>
              </a:ext>
            </a:extLst>
          </p:cNvPr>
          <p:cNvSpPr txBox="1"/>
          <p:nvPr/>
        </p:nvSpPr>
        <p:spPr>
          <a:xfrm>
            <a:off x="3290907" y="5132943"/>
            <a:ext cx="7161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solidFill>
                  <a:schemeClr val="bg1"/>
                </a:solidFill>
              </a:rPr>
              <a:t>Generate Reports</a:t>
            </a:r>
          </a:p>
        </p:txBody>
      </p:sp>
    </p:spTree>
    <p:extLst>
      <p:ext uri="{BB962C8B-B14F-4D97-AF65-F5344CB8AC3E}">
        <p14:creationId xmlns:p14="http://schemas.microsoft.com/office/powerpoint/2010/main" val="814331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722F0272-3878-4604-AA91-01CA8F08D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F60EAEC-22E3-4448-8F0A-9ADAA793A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55E0F90-3FFF-4E04-B3C8-3C969A415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63A4EF-A033-4ED0-9EB6-6E1A8D264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64965EE-80F2-417F-9652-5BFF14DA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3C9611-CFD7-4C23-A8F2-00E7865A5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1E1850B-81EE-4905-9A6F-BDF593EC7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250539-5364-4CFC-82C6-D791BC0C8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26" name="Picture 2" descr="Image result for entity framework logo png">
            <a:extLst>
              <a:ext uri="{FF2B5EF4-FFF2-40B4-BE49-F238E27FC236}">
                <a16:creationId xmlns:a16="http://schemas.microsoft.com/office/drawing/2014/main" id="{98AAEE45-11C4-4701-9F9B-B99A14108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102" y="289305"/>
            <a:ext cx="2144210" cy="214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entity framework logo png">
            <a:extLst>
              <a:ext uri="{FF2B5EF4-FFF2-40B4-BE49-F238E27FC236}">
                <a16:creationId xmlns:a16="http://schemas.microsoft.com/office/drawing/2014/main" id="{A3D5CC23-8E98-4F10-B22B-45FA057D6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156" y="229038"/>
            <a:ext cx="2919834" cy="1596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Bootstrap logo png">
            <a:extLst>
              <a:ext uri="{FF2B5EF4-FFF2-40B4-BE49-F238E27FC236}">
                <a16:creationId xmlns:a16="http://schemas.microsoft.com/office/drawing/2014/main" id="{EB3BC3B1-CBBB-401F-81AF-C4C5E6020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1299" y="2476650"/>
            <a:ext cx="2194006" cy="2194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mage result for owl carousel logo png">
            <a:extLst>
              <a:ext uri="{FF2B5EF4-FFF2-40B4-BE49-F238E27FC236}">
                <a16:creationId xmlns:a16="http://schemas.microsoft.com/office/drawing/2014/main" id="{D17498A2-E2BA-4A4E-8F38-C5F88A186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5800" y="2507058"/>
            <a:ext cx="1085635" cy="135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Image result for slick js  logo png">
            <a:extLst>
              <a:ext uri="{FF2B5EF4-FFF2-40B4-BE49-F238E27FC236}">
                <a16:creationId xmlns:a16="http://schemas.microsoft.com/office/drawing/2014/main" id="{7C2550C9-5F45-4975-AE71-778366E08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9537" y="1877809"/>
            <a:ext cx="2194006" cy="2194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Image result for sendgrid logo png">
            <a:extLst>
              <a:ext uri="{FF2B5EF4-FFF2-40B4-BE49-F238E27FC236}">
                <a16:creationId xmlns:a16="http://schemas.microsoft.com/office/drawing/2014/main" id="{32502205-9AEF-4A9A-AFB8-E495AC76B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245" y="4563811"/>
            <a:ext cx="3980731" cy="2089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mage result for microsoft sql logo png">
            <a:extLst>
              <a:ext uri="{FF2B5EF4-FFF2-40B4-BE49-F238E27FC236}">
                <a16:creationId xmlns:a16="http://schemas.microsoft.com/office/drawing/2014/main" id="{78550359-89DA-476C-ADEA-38BCFF289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821" y="4481601"/>
            <a:ext cx="2861792" cy="214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0547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722F0272-3878-4604-AA91-01CA8F08D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F60EAEC-22E3-4448-8F0A-9ADAA793A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355E0F90-3FFF-4E04-B3C8-3C969A415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C63A4EF-A033-4ED0-9EB6-6E1A8D264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64965EE-80F2-417F-9652-5BFF14DA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A3C9611-CFD7-4C23-A8F2-00E7865A5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1E1850B-81EE-4905-9A6F-BDF593EC7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A250539-5364-4CFC-82C6-D791BC0C8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681D69-292C-4AFE-9FE2-738CB3CBC911}"/>
              </a:ext>
            </a:extLst>
          </p:cNvPr>
          <p:cNvSpPr txBox="1"/>
          <p:nvPr/>
        </p:nvSpPr>
        <p:spPr>
          <a:xfrm>
            <a:off x="1048066" y="2556614"/>
            <a:ext cx="98153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9600" dirty="0">
                <a:solidFill>
                  <a:schemeClr val="bg1"/>
                </a:solidFill>
              </a:rPr>
              <a:t>DEMO </a:t>
            </a:r>
          </a:p>
        </p:txBody>
      </p:sp>
    </p:spTree>
    <p:extLst>
      <p:ext uri="{BB962C8B-B14F-4D97-AF65-F5344CB8AC3E}">
        <p14:creationId xmlns:p14="http://schemas.microsoft.com/office/powerpoint/2010/main" val="79321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722F0272-3878-4604-AA91-01CA8F08D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F60EAEC-22E3-4448-8F0A-9ADAA793A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355E0F90-3FFF-4E04-B3C8-3C969A415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C63A4EF-A033-4ED0-9EB6-6E1A8D264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64965EE-80F2-417F-9652-5BFF14DA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A3C9611-CFD7-4C23-A8F2-00E7865A5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1E1850B-81EE-4905-9A6F-BDF593EC7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A250539-5364-4CFC-82C6-D791BC0C8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" name="Graphic 2" descr="Questions">
            <a:extLst>
              <a:ext uri="{FF2B5EF4-FFF2-40B4-BE49-F238E27FC236}">
                <a16:creationId xmlns:a16="http://schemas.microsoft.com/office/drawing/2014/main" id="{F9C31289-67C6-4DF6-BB53-35E7AC5AD5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09362" y="1753990"/>
            <a:ext cx="4456253" cy="44562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46E132-63D4-48B3-87FE-EC76861FE755}"/>
              </a:ext>
            </a:extLst>
          </p:cNvPr>
          <p:cNvSpPr txBox="1"/>
          <p:nvPr/>
        </p:nvSpPr>
        <p:spPr>
          <a:xfrm>
            <a:off x="2963118" y="498603"/>
            <a:ext cx="61808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6600" dirty="0">
                <a:solidFill>
                  <a:schemeClr val="bg1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3281219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2C2D1F"/>
      </a:dk2>
      <a:lt2>
        <a:srgbClr val="FAF2C5"/>
      </a:lt2>
      <a:accent1>
        <a:srgbClr val="EA9736"/>
      </a:accent1>
      <a:accent2>
        <a:srgbClr val="EACF56"/>
      </a:accent2>
      <a:accent3>
        <a:srgbClr val="77D4D6"/>
      </a:accent3>
      <a:accent4>
        <a:srgbClr val="54AFDC"/>
      </a:accent4>
      <a:accent5>
        <a:srgbClr val="88C363"/>
      </a:accent5>
      <a:accent6>
        <a:srgbClr val="D9D899"/>
      </a:accent6>
      <a:hlink>
        <a:srgbClr val="A7A574"/>
      </a:hlink>
      <a:folHlink>
        <a:srgbClr val="8B887A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9B359FC9-1E88-4883-B31D-CCECAE2A7B3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19</TotalTime>
  <Words>17</Words>
  <Application>Microsoft Office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MS Shell Dlg 2</vt:lpstr>
      <vt:lpstr>Wingdings</vt:lpstr>
      <vt:lpstr>Wingdings 3</vt:lpstr>
      <vt:lpstr>Madison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Roman Pelikh</dc:creator>
  <cp:lastModifiedBy>Roman Pelikh</cp:lastModifiedBy>
  <cp:revision>6</cp:revision>
  <dcterms:created xsi:type="dcterms:W3CDTF">2019-12-05T17:31:58Z</dcterms:created>
  <dcterms:modified xsi:type="dcterms:W3CDTF">2019-12-05T17:51:14Z</dcterms:modified>
</cp:coreProperties>
</file>